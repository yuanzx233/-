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自建房概念方案 - 技术验证</a:t>
            </a:r>
          </a:p>
        </p:txBody>
      </p:sp>
      <p:pic>
        <p:nvPicPr>
          <p:cNvPr id="3" name="Picture 2" descr="site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669280" cy="4251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417320"/>
            <a:ext cx="21031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地块面积</a:t>
            </a:r>
          </a:p>
          <a:p>
            <a:pPr>
              <a:defRPr sz="1500"/>
            </a:pPr>
            <a:r>
              <a:t>432.0 m²</a:t>
            </a:r>
          </a:p>
          <a:p>
            <a:pPr>
              <a:spcBef>
                <a:spcPts val="1400"/>
              </a:spcBef>
              <a:defRPr sz="1300"/>
            </a:pPr>
            <a:r>
              <a:t>周长 84.0 m</a:t>
            </a:r>
          </a:p>
          <a:p>
            <a:pPr>
              <a:spcBef>
                <a:spcPts val="1400"/>
              </a:spcBef>
              <a:defRPr sz="1300"/>
            </a:pPr>
            <a:r>
              <a:t>输出：PNG / OBJ / PPTX / PDF</a:t>
            </a:r>
          </a:p>
          <a:p>
            <a:pPr>
              <a:spcBef>
                <a:spcPts val="1400"/>
              </a:spcBef>
              <a:defRPr sz="1300"/>
            </a:pPr>
            <a:r>
              <a:t>仅用于概念验证，不可直接施工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